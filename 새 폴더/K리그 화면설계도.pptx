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>
  <p:sldMasterIdLst>
    <p:sldMasterId id="2147483660" r:id="rId1"/>
  </p:sldMasterIdLst>
  <p:notesMasterIdLst>
    <p:notesMasterId r:id="rId2"/>
  </p:notesMasterIdLst>
  <p:sldIdLst>
    <p:sldId id="257" r:id="rId3"/>
    <p:sldId id="303" r:id="rId4"/>
    <p:sldId id="300" r:id="rId5"/>
    <p:sldId id="299" r:id="rId6"/>
    <p:sldId id="305" r:id="rId7"/>
    <p:sldId id="311" r:id="rId8"/>
    <p:sldId id="318" r:id="rId9"/>
    <p:sldId id="319" r:id="rId10"/>
    <p:sldId id="320" r:id="rId11"/>
    <p:sldId id="321" r:id="rId12"/>
    <p:sldId id="322" r:id="rId13"/>
    <p:sldId id="323" r:id="rId1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JUSTIN" initials="J" lastIdx="2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 horzBarState="maximized">
    <p:restoredLeft sz="8056" autoAdjust="0"/>
    <p:restoredTop sz="94660"/>
  </p:normalViewPr>
  <p:slideViewPr>
    <p:cSldViewPr snapToGrid="0">
      <p:cViewPr varScale="1">
        <p:scale>
          <a:sx n="79" d="100"/>
          <a:sy n="79" d="100"/>
        </p:scale>
        <p:origin x="-108" y="-864"/>
      </p:cViewPr>
      <p:guideLst>
        <p:guide orient="horz" pos="2159"/>
        <p:guide pos="3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commentAuthors" Target="commentAuthors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7E5D514-4841-4DBD-89D8-5BD5E2EF99F8}" type="datetime1">
              <a:rPr lang="ko-KR" altLang="en-US" smtClean="0"/>
              <a:pPr lvl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1985F44E-32DA-4EDE-89B1-77AAF1A9E03E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82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2100" cy="37195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88657-BB41-4B95-9545-959B090C6115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48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2100" cy="37195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88657-BB41-4B95-9545-959B090C6115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32121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2100" cy="37195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88657-BB41-4B95-9545-959B090C6115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60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2100" cy="37195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88657-BB41-4B95-9545-959B090C6115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830299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6025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0739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8587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5842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8419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0255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53331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3095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4795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18413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3870384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51B65-CB5E-424A-A210-7B3C910D82A4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D83CF-7E3D-4B84-8DE6-7065637E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67658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906000" cy="511728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395" y="1270933"/>
            <a:ext cx="7141845" cy="21031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2000" b="1" dirty="0">
                <a:solidFill>
                  <a:schemeClr val="bg1"/>
                </a:solidFill>
              </a:rPr>
              <a:t>과제명  </a:t>
            </a:r>
            <a:r>
              <a:rPr lang="en-US" altLang="ko-KR" sz="2000" b="1" dirty="0">
                <a:solidFill>
                  <a:schemeClr val="bg1"/>
                </a:solidFill>
              </a:rPr>
              <a:t>:  AI 기반 K리그 경기 스타일 분석 및 개인화 추천 서비스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lvl="0"/>
            <a:endParaRPr lang="en-US" altLang="ko-KR" sz="2000" b="1" dirty="0">
              <a:solidFill>
                <a:schemeClr val="bg1"/>
              </a:solidFill>
            </a:endParaRPr>
          </a:p>
          <a:p>
            <a:pPr lvl="0"/>
            <a:endParaRPr lang="en-US" altLang="ko-KR" sz="2000" b="1" dirty="0">
              <a:solidFill>
                <a:schemeClr val="bg1"/>
              </a:solidFill>
            </a:endParaRPr>
          </a:p>
          <a:p>
            <a:pPr lvl="0"/>
            <a:endParaRPr lang="en-US" altLang="ko-KR" b="1" dirty="0">
              <a:solidFill>
                <a:schemeClr val="bg1"/>
              </a:solidFill>
            </a:endParaRPr>
          </a:p>
          <a:p>
            <a:pPr lvl="0"/>
            <a:r>
              <a:rPr lang="ko-KR" altLang="en-US" sz="5400" b="1" dirty="0">
                <a:solidFill>
                  <a:schemeClr val="bg1"/>
                </a:solidFill>
              </a:rPr>
              <a:t>화면설계서</a:t>
            </a:r>
            <a:endParaRPr lang="en-US" altLang="ko-KR" sz="5400" b="1" dirty="0">
              <a:solidFill>
                <a:schemeClr val="bg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713064" y="939567"/>
            <a:ext cx="4110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67618" y="5859736"/>
            <a:ext cx="3874135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ko-KR" altLang="en-US" b="1" dirty="0" err="1"/>
              <a:t>팀명</a:t>
            </a:r>
            <a:r>
              <a:rPr lang="ko-KR" altLang="en-US" b="1" dirty="0"/>
              <a:t> </a:t>
            </a:r>
            <a:r>
              <a:rPr lang="en-US" altLang="ko-KR" b="1" dirty="0"/>
              <a:t>: MyKLeague</a:t>
            </a:r>
            <a:endParaRPr lang="en-US" altLang="ko-KR" dirty="0"/>
          </a:p>
          <a:p>
            <a:pPr algn="r"/>
            <a:r>
              <a:rPr lang="ko-KR" altLang="en-US" b="1" dirty="0"/>
              <a:t>팀원 </a:t>
            </a:r>
            <a:r>
              <a:rPr lang="en-US" altLang="ko-KR" b="1" dirty="0"/>
              <a:t>: </a:t>
            </a:r>
            <a:r>
              <a:rPr lang="ko-KR" altLang="en-US" b="1" dirty="0"/>
              <a:t>강민찬</a:t>
            </a:r>
            <a:r>
              <a:rPr lang="en-US" altLang="ko-KR" b="1" dirty="0"/>
              <a:t>, </a:t>
            </a:r>
            <a:r>
              <a:rPr lang="ko-KR" altLang="en-US" b="1" dirty="0"/>
              <a:t>고영서</a:t>
            </a:r>
            <a:r>
              <a:rPr lang="en-US" altLang="ko-KR" b="1" dirty="0"/>
              <a:t>, </a:t>
            </a:r>
            <a:r>
              <a:rPr lang="ko-KR" altLang="en-US" b="1" dirty="0"/>
              <a:t>조민혁</a:t>
            </a:r>
            <a:r>
              <a:rPr lang="en-US" altLang="ko-KR" b="1" dirty="0"/>
              <a:t>, </a:t>
            </a:r>
            <a:r>
              <a:rPr lang="ko-KR" altLang="en-US" b="1" dirty="0"/>
              <a:t>한준서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2368" y="6136735"/>
            <a:ext cx="1328420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en-US" altLang="ko-KR" b="1" dirty="0"/>
              <a:t>2025. 12. 11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503679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422454" y="40844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3200" b="1" dirty="0"/>
              <a:t>변경이력</a:t>
            </a:r>
            <a:endParaRPr lang="ko-KR" altLang="en-US" sz="3200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6266C6A5-3908-4920-BDF3-166795DE92EB}"/>
              </a:ext>
            </a:extLst>
          </p:cNvPr>
          <p:cNvCxnSpPr/>
          <p:nvPr/>
        </p:nvCxnSpPr>
        <p:spPr>
          <a:xfrm>
            <a:off x="553673" y="109895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3"/>
          <p:cNvGraphicFramePr>
            <a:graphicFrameLocks noGrp="1"/>
          </p:cNvGraphicFramePr>
          <p:nvPr/>
        </p:nvGraphicFramePr>
        <p:xfrm>
          <a:off x="553672" y="1443416"/>
          <a:ext cx="8732939" cy="2676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928"/>
                <a:gridCol w="1000125"/>
                <a:gridCol w="4419600"/>
                <a:gridCol w="1247643"/>
                <a:gridCol w="1247643"/>
              </a:tblGrid>
              <a:tr h="235009">
                <a:tc>
                  <a:txBody>
                    <a:bodyPr/>
                    <a:p>
                      <a:pPr algn="ctr" latinLnBrk="1"/>
                      <a:r>
                        <a:rPr lang="ko-KR" altLang="en-US" sz="1600" b="1" dirty="0"/>
                        <a:t>버전</a:t>
                      </a:r>
                      <a:endParaRPr lang="ko-KR" altLang="en-US" sz="1600" b="1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ko-KR" altLang="en-US" sz="1600" b="1" dirty="0"/>
                        <a:t>작성일자</a:t>
                      </a:r>
                      <a:endParaRPr lang="ko-KR" altLang="en-US" sz="1600" b="1" dirty="0"/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ko-KR" altLang="en-US" sz="1600" b="1" dirty="0"/>
                        <a:t>수정사항</a:t>
                      </a:r>
                      <a:endParaRPr lang="ko-KR" altLang="en-US" sz="1600" b="1" dirty="0"/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ko-KR" altLang="en-US" sz="1600" b="1" dirty="0"/>
                        <a:t>작성자</a:t>
                      </a:r>
                      <a:endParaRPr lang="ko-KR" altLang="en-US" sz="1600" b="1" dirty="0"/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ko-KR" altLang="en-US" sz="1600" b="1" dirty="0" err="1"/>
                        <a:t>검수자</a:t>
                      </a:r>
                      <a:endParaRPr lang="ko-KR" altLang="en-US" sz="1600" b="1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90187">
                <a:tc>
                  <a:txBody>
                    <a:bodyPr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2025.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90187">
                <a:tc>
                  <a:txBody>
                    <a:bodyPr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2025.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90187">
                <a:tc>
                  <a:txBody>
                    <a:bodyPr/>
                    <a:p>
                      <a:pPr algn="ctr" latinLnBrk="1"/>
                      <a:r>
                        <a:rPr lang="en-US" altLang="ko-KR" sz="1400" dirty="0"/>
                        <a:t>0.3</a:t>
                      </a:r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en-US" altLang="ko-KR" sz="1400" dirty="0"/>
                        <a:t>2025.</a:t>
                      </a:r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90187">
                <a:tc>
                  <a:txBody>
                    <a:bodyPr/>
                    <a:p>
                      <a:pPr algn="ctr" latinLnBrk="1"/>
                      <a:r>
                        <a:rPr lang="en-US" altLang="ko-KR" sz="1400"/>
                        <a:t>0.4</a:t>
                      </a:r>
                      <a:endParaRPr lang="ko-KR" altLang="en-US" sz="140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en-US" altLang="ko-KR" sz="1400"/>
                        <a:t>2025.</a:t>
                      </a:r>
                      <a:endParaRPr lang="ko-KR" altLang="en-US" sz="140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90187">
                <a:tc>
                  <a:txBody>
                    <a:bodyPr/>
                    <a:p>
                      <a:pPr algn="ctr" latinLnBrk="1"/>
                      <a:r>
                        <a:rPr lang="en-US" altLang="ko-KR" sz="1400"/>
                        <a:t>0.5</a:t>
                      </a:r>
                      <a:endParaRPr lang="ko-KR" altLang="en-US" sz="140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en-US" altLang="ko-KR" sz="1400"/>
                        <a:t>2025.</a:t>
                      </a:r>
                      <a:endParaRPr lang="ko-KR" altLang="en-US" sz="140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90187">
                <a:tc>
                  <a:txBody>
                    <a:bodyPr/>
                    <a:p>
                      <a:pPr algn="ctr" latinLnBrk="1"/>
                      <a:endParaRPr lang="ko-KR" altLang="en-US" sz="140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endParaRPr lang="ko-KR" altLang="en-US" sz="1400" dirty="0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837950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연결선: 꺾임 74"/>
          <p:cNvCxnSpPr/>
          <p:nvPr/>
        </p:nvCxnSpPr>
        <p:spPr>
          <a:xfrm rot="5400000" flipH="1" flipV="1">
            <a:off x="2711238" y="1037705"/>
            <a:ext cx="700366" cy="378188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5AC31FB6-B9D4-C898-28D7-EBAB9E934E64}"/>
              </a:ext>
            </a:extLst>
          </p:cNvPr>
          <p:cNvCxnSpPr>
            <a:cxnSpLocks/>
            <a:stCxn id="17" idx="0"/>
            <a:endCxn id="2" idx="2"/>
          </p:cNvCxnSpPr>
          <p:nvPr/>
        </p:nvCxnSpPr>
        <p:spPr>
          <a:xfrm rot="16200000" flipV="1">
            <a:off x="6460905" y="1070561"/>
            <a:ext cx="700366" cy="37161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>
            <a:stCxn id="97" idx="0"/>
          </p:cNvCxnSpPr>
          <p:nvPr/>
        </p:nvCxnSpPr>
        <p:spPr>
          <a:xfrm rot="16200000" flipV="1">
            <a:off x="1615470" y="3985528"/>
            <a:ext cx="2092288" cy="8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stCxn id="99" idx="0"/>
          </p:cNvCxnSpPr>
          <p:nvPr/>
        </p:nvCxnSpPr>
        <p:spPr>
          <a:xfrm rot="16200000" flipV="1">
            <a:off x="2887486" y="4198998"/>
            <a:ext cx="2546372" cy="2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34" idx="0"/>
          </p:cNvCxnSpPr>
          <p:nvPr/>
        </p:nvCxnSpPr>
        <p:spPr>
          <a:xfrm rot="16200000" flipV="1">
            <a:off x="4604049" y="3978273"/>
            <a:ext cx="2096098" cy="75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rot="16200000" flipV="1">
            <a:off x="6125100" y="3971418"/>
            <a:ext cx="2099969" cy="110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DD90209C-56DF-4C97-81D5-7FDA0DFD2D9B}"/>
              </a:ext>
            </a:extLst>
          </p:cNvPr>
          <p:cNvSpPr txBox="1"/>
          <p:nvPr/>
        </p:nvSpPr>
        <p:spPr>
          <a:xfrm>
            <a:off x="422454" y="408446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메뉴 구성</a:t>
            </a:r>
            <a:endParaRPr lang="ko-KR" altLang="en-US" sz="3200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6266C6A5-3908-4920-BDF3-166795DE92EB}"/>
              </a:ext>
            </a:extLst>
          </p:cNvPr>
          <p:cNvCxnSpPr/>
          <p:nvPr/>
        </p:nvCxnSpPr>
        <p:spPr>
          <a:xfrm>
            <a:off x="553673" y="109895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4173681" y="2210906"/>
            <a:ext cx="1558638" cy="367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553673" y="3278832"/>
            <a:ext cx="1234877" cy="300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2048315" y="3278832"/>
            <a:ext cx="1234877" cy="300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3553063" y="3278832"/>
            <a:ext cx="1234877" cy="300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5042241" y="3278832"/>
            <a:ext cx="1234877" cy="300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/>
          </a:p>
        </p:txBody>
      </p:sp>
      <p:sp>
        <p:nvSpPr>
          <p:cNvPr id="8" name="직사각형 7"/>
          <p:cNvSpPr/>
          <p:nvPr/>
        </p:nvSpPr>
        <p:spPr>
          <a:xfrm>
            <a:off x="6552125" y="3278832"/>
            <a:ext cx="1234877" cy="300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8051736" y="3278832"/>
            <a:ext cx="1234877" cy="300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2048315" y="372014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048315" y="415600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48315" y="459575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553063" y="3717419"/>
            <a:ext cx="1234877" cy="300334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544173" y="415727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553063" y="459575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042241" y="372014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038431" y="5030095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8051736" y="372014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051736" y="415600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049988" y="4161247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058243" y="4595635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0EF61A9D-4B27-18A5-86B3-DE8937B54791}"/>
              </a:ext>
            </a:extLst>
          </p:cNvPr>
          <p:cNvGrpSpPr/>
          <p:nvPr/>
        </p:nvGrpSpPr>
        <p:grpSpPr>
          <a:xfrm>
            <a:off x="8051736" y="1193974"/>
            <a:ext cx="1238059" cy="1434703"/>
            <a:chOff x="9902819" y="1220362"/>
            <a:chExt cx="1238059" cy="1434703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43AD33F4-93C4-B95C-EFC7-73EF6A055281}"/>
                </a:ext>
              </a:extLst>
            </p:cNvPr>
            <p:cNvSpPr/>
            <p:nvPr/>
          </p:nvSpPr>
          <p:spPr>
            <a:xfrm>
              <a:off x="9906001" y="1561909"/>
              <a:ext cx="1234877" cy="30033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/>
                <a:t>메인메뉴이름</a:t>
              </a:r>
              <a:endParaRPr lang="ko-KR" altLang="en-US" sz="1000" dirty="0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65CFF0EB-2891-84C0-328F-5520B518AC92}"/>
                </a:ext>
              </a:extLst>
            </p:cNvPr>
            <p:cNvSpPr/>
            <p:nvPr/>
          </p:nvSpPr>
          <p:spPr>
            <a:xfrm>
              <a:off x="9906000" y="190345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서브메뉴이름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0AB86EDB-CED6-1666-BB47-1ADC44EF83D8}"/>
                </a:ext>
              </a:extLst>
            </p:cNvPr>
            <p:cNvSpPr/>
            <p:nvPr/>
          </p:nvSpPr>
          <p:spPr>
            <a:xfrm>
              <a:off x="9902819" y="2245004"/>
              <a:ext cx="1234877" cy="410061"/>
            </a:xfrm>
            <a:prstGeom prst="rect">
              <a:avLst/>
            </a:prstGeom>
            <a:solidFill>
              <a:srgbClr val="0090D0">
                <a:alpha val="10000"/>
              </a:srgbClr>
            </a:solidFill>
            <a:ln w="28575">
              <a:solidFill>
                <a:srgbClr val="0090D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서브메뉴 내 메뉴이름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B0B67EB8-9C65-6B63-F7EB-80209E813745}"/>
                </a:ext>
              </a:extLst>
            </p:cNvPr>
            <p:cNvSpPr/>
            <p:nvPr/>
          </p:nvSpPr>
          <p:spPr>
            <a:xfrm>
              <a:off x="9906000" y="1220362"/>
              <a:ext cx="1231696" cy="3003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프로젝트명</a:t>
              </a:r>
            </a:p>
          </p:txBody>
        </p:sp>
      </p:grpSp>
      <p:sp>
        <p:nvSpPr>
          <p:cNvPr id="97" name="직사각형 25"/>
          <p:cNvSpPr/>
          <p:nvPr/>
        </p:nvSpPr>
        <p:spPr>
          <a:xfrm>
            <a:off x="2048315" y="5035811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" name="직사각형 25"/>
          <p:cNvSpPr/>
          <p:nvPr/>
        </p:nvSpPr>
        <p:spPr>
          <a:xfrm>
            <a:off x="3544375" y="5034541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25"/>
          <p:cNvSpPr/>
          <p:nvPr/>
        </p:nvSpPr>
        <p:spPr>
          <a:xfrm>
            <a:off x="3544375" y="5473326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25"/>
          <p:cNvSpPr/>
          <p:nvPr/>
        </p:nvSpPr>
        <p:spPr>
          <a:xfrm>
            <a:off x="3544375" y="5912111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1" name="직사각형 25"/>
          <p:cNvSpPr/>
          <p:nvPr/>
        </p:nvSpPr>
        <p:spPr>
          <a:xfrm>
            <a:off x="6547290" y="3720091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2" name="직사각형 25"/>
          <p:cNvSpPr/>
          <p:nvPr/>
        </p:nvSpPr>
        <p:spPr>
          <a:xfrm>
            <a:off x="6547290" y="4155701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직사각형 25"/>
          <p:cNvSpPr/>
          <p:nvPr/>
        </p:nvSpPr>
        <p:spPr>
          <a:xfrm>
            <a:off x="6563165" y="4591311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4" name="직사각형 25"/>
          <p:cNvSpPr/>
          <p:nvPr/>
        </p:nvSpPr>
        <p:spPr>
          <a:xfrm>
            <a:off x="6563165" y="5026921"/>
            <a:ext cx="1234877" cy="300335"/>
          </a:xfrm>
          <a:prstGeom prst="rect">
            <a:avLst/>
          </a:prstGeom>
          <a:solidFill>
            <a:schemeClr val="bg1"/>
          </a:solidFill>
          <a:ln>
            <a:solidFill>
              <a:srgbClr val="009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54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D5220CB-1091-427B-9C59-0D4A53706EA0}"/>
              </a:ext>
            </a:extLst>
          </p:cNvPr>
          <p:cNvSpPr txBox="1"/>
          <p:nvPr/>
        </p:nvSpPr>
        <p:spPr>
          <a:xfrm>
            <a:off x="422454" y="408446"/>
            <a:ext cx="4156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플로우 차트 표준 기호</a:t>
            </a:r>
            <a:endParaRPr lang="ko-KR" altLang="en-US" sz="32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A60F8744-D899-4A3B-8ADA-040679D62E71}"/>
              </a:ext>
            </a:extLst>
          </p:cNvPr>
          <p:cNvCxnSpPr/>
          <p:nvPr/>
        </p:nvCxnSpPr>
        <p:spPr>
          <a:xfrm>
            <a:off x="553673" y="109895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표 3">
            <a:extLst>
              <a:ext uri="{FF2B5EF4-FFF2-40B4-BE49-F238E27FC236}">
                <a16:creationId xmlns:a16="http://schemas.microsoft.com/office/drawing/2014/main" xmlns="" id="{8DDC82FB-5692-5D92-6470-7AA328055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1899516"/>
              </p:ext>
            </p:extLst>
          </p:nvPr>
        </p:nvGraphicFramePr>
        <p:xfrm>
          <a:off x="553671" y="1443415"/>
          <a:ext cx="8732940" cy="4731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904">
                  <a:extLst>
                    <a:ext uri="{9D8B030D-6E8A-4147-A177-3AD203B41FA5}">
                      <a16:colId xmlns:a16="http://schemas.microsoft.com/office/drawing/2014/main" xmlns="" val="3169736881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xmlns="" val="1651796422"/>
                    </a:ext>
                  </a:extLst>
                </a:gridCol>
                <a:gridCol w="4905111">
                  <a:extLst>
                    <a:ext uri="{9D8B030D-6E8A-4147-A177-3AD203B41FA5}">
                      <a16:colId xmlns:a16="http://schemas.microsoft.com/office/drawing/2014/main" xmlns="" val="1904203309"/>
                    </a:ext>
                  </a:extLst>
                </a:gridCol>
              </a:tblGrid>
              <a:tr h="3758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기호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이름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설명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1503324"/>
                  </a:ext>
                </a:extLst>
              </a:tr>
              <a:tr h="725887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3684709"/>
                  </a:ext>
                </a:extLst>
              </a:tr>
              <a:tr h="725887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4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4105932"/>
                  </a:ext>
                </a:extLst>
              </a:tr>
              <a:tr h="725887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16461987"/>
                  </a:ext>
                </a:extLst>
              </a:tr>
              <a:tr h="725887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67307976"/>
                  </a:ext>
                </a:extLst>
              </a:tr>
              <a:tr h="725887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93334980"/>
                  </a:ext>
                </a:extLst>
              </a:tr>
              <a:tr h="725887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91202096"/>
                  </a:ext>
                </a:extLst>
              </a:tr>
            </a:tbl>
          </a:graphicData>
        </a:graphic>
      </p:graphicFrame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xmlns="" id="{39AA3157-E3F5-6995-C5E5-AFC805DFA527}"/>
              </a:ext>
            </a:extLst>
          </p:cNvPr>
          <p:cNvSpPr/>
          <p:nvPr/>
        </p:nvSpPr>
        <p:spPr>
          <a:xfrm>
            <a:off x="1083946" y="1918335"/>
            <a:ext cx="1135380" cy="535305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시작</a:t>
            </a:r>
            <a:r>
              <a:rPr lang="en-US" altLang="ko-KR" sz="1200" dirty="0"/>
              <a:t>/</a:t>
            </a:r>
            <a:r>
              <a:rPr lang="ko-KR" altLang="en-US" sz="1200" dirty="0"/>
              <a:t>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25893316-598B-7D43-E581-9B96841170C6}"/>
              </a:ext>
            </a:extLst>
          </p:cNvPr>
          <p:cNvSpPr/>
          <p:nvPr/>
        </p:nvSpPr>
        <p:spPr>
          <a:xfrm>
            <a:off x="898209" y="2634615"/>
            <a:ext cx="1506854" cy="535305"/>
          </a:xfrm>
          <a:prstGeom prst="rect">
            <a:avLst/>
          </a:prstGeom>
          <a:solidFill>
            <a:srgbClr val="E6E6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프로세스</a:t>
            </a:r>
          </a:p>
        </p:txBody>
      </p:sp>
      <p:sp>
        <p:nvSpPr>
          <p:cNvPr id="39" name="평행 사변형 38">
            <a:extLst>
              <a:ext uri="{FF2B5EF4-FFF2-40B4-BE49-F238E27FC236}">
                <a16:creationId xmlns:a16="http://schemas.microsoft.com/office/drawing/2014/main" xmlns="" id="{B86E5F24-AFAD-0F2F-D58B-929D81267EA2}"/>
              </a:ext>
            </a:extLst>
          </p:cNvPr>
          <p:cNvSpPr/>
          <p:nvPr/>
        </p:nvSpPr>
        <p:spPr>
          <a:xfrm>
            <a:off x="902971" y="4087413"/>
            <a:ext cx="1502091" cy="535305"/>
          </a:xfrm>
          <a:prstGeom prst="parallelogram">
            <a:avLst/>
          </a:prstGeom>
          <a:solidFill>
            <a:srgbClr val="E6E6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41" name="순서도: 문서 40">
            <a:extLst>
              <a:ext uri="{FF2B5EF4-FFF2-40B4-BE49-F238E27FC236}">
                <a16:creationId xmlns:a16="http://schemas.microsoft.com/office/drawing/2014/main" xmlns="" id="{9424EF8F-8E63-F813-E8B0-D40436644709}"/>
              </a:ext>
            </a:extLst>
          </p:cNvPr>
          <p:cNvSpPr/>
          <p:nvPr/>
        </p:nvSpPr>
        <p:spPr>
          <a:xfrm>
            <a:off x="902971" y="4798695"/>
            <a:ext cx="1502091" cy="585410"/>
          </a:xfrm>
          <a:prstGeom prst="flowChartDocument">
            <a:avLst/>
          </a:prstGeom>
          <a:solidFill>
            <a:srgbClr val="E6E6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출력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문서</a:t>
            </a:r>
          </a:p>
        </p:txBody>
      </p:sp>
      <p:sp>
        <p:nvSpPr>
          <p:cNvPr id="44" name="순서도: 판단 43">
            <a:extLst>
              <a:ext uri="{FF2B5EF4-FFF2-40B4-BE49-F238E27FC236}">
                <a16:creationId xmlns:a16="http://schemas.microsoft.com/office/drawing/2014/main" xmlns="" id="{5CA7A00C-0419-4891-B4A6-0827CBEF7A8A}"/>
              </a:ext>
            </a:extLst>
          </p:cNvPr>
          <p:cNvSpPr/>
          <p:nvPr/>
        </p:nvSpPr>
        <p:spPr>
          <a:xfrm>
            <a:off x="865823" y="3373181"/>
            <a:ext cx="1571625" cy="535306"/>
          </a:xfrm>
          <a:prstGeom prst="flowChartDecision">
            <a:avLst/>
          </a:prstGeom>
          <a:solidFill>
            <a:srgbClr val="E6E6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판단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xmlns="" id="{57D43CB2-B9CB-5E6E-DA4B-2FFFA8BED7A5}"/>
              </a:ext>
            </a:extLst>
          </p:cNvPr>
          <p:cNvCxnSpPr/>
          <p:nvPr/>
        </p:nvCxnSpPr>
        <p:spPr>
          <a:xfrm>
            <a:off x="898209" y="5819775"/>
            <a:ext cx="150685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05356FC3-F27F-A648-5F6A-C034466C2E07}"/>
              </a:ext>
            </a:extLst>
          </p:cNvPr>
          <p:cNvSpPr txBox="1"/>
          <p:nvPr/>
        </p:nvSpPr>
        <p:spPr>
          <a:xfrm>
            <a:off x="2749600" y="1922925"/>
            <a:ext cx="158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시작</a:t>
            </a:r>
            <a:r>
              <a:rPr lang="en-US" altLang="ko-KR" sz="1400" dirty="0"/>
              <a:t>/</a:t>
            </a:r>
            <a:r>
              <a:rPr lang="ko-KR" altLang="en-US" sz="1400" dirty="0"/>
              <a:t>끝</a:t>
            </a:r>
            <a:endParaRPr lang="en-US" altLang="ko-KR" sz="1400" dirty="0"/>
          </a:p>
          <a:p>
            <a:pPr algn="ctr"/>
            <a:r>
              <a:rPr lang="en-US" altLang="ko-KR" sz="1400" dirty="0"/>
              <a:t>(Start/End)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A51F53CB-377C-74E5-898A-2FD60AFC9023}"/>
              </a:ext>
            </a:extLst>
          </p:cNvPr>
          <p:cNvSpPr txBox="1"/>
          <p:nvPr/>
        </p:nvSpPr>
        <p:spPr>
          <a:xfrm>
            <a:off x="2749600" y="2647072"/>
            <a:ext cx="158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처리 프로세스</a:t>
            </a:r>
            <a:endParaRPr lang="en-US" altLang="ko-KR" sz="1400" dirty="0"/>
          </a:p>
          <a:p>
            <a:pPr algn="ctr"/>
            <a:r>
              <a:rPr lang="en-US" altLang="ko-KR" sz="1400" dirty="0"/>
              <a:t>(Process)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EE94D98E-6A1F-F9E3-9AEF-43B2FCD715A5}"/>
              </a:ext>
            </a:extLst>
          </p:cNvPr>
          <p:cNvSpPr txBox="1"/>
          <p:nvPr/>
        </p:nvSpPr>
        <p:spPr>
          <a:xfrm>
            <a:off x="2749600" y="3372684"/>
            <a:ext cx="158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판단</a:t>
            </a:r>
            <a:r>
              <a:rPr lang="en-US" altLang="ko-KR" sz="1400" dirty="0"/>
              <a:t>/</a:t>
            </a:r>
            <a:r>
              <a:rPr lang="ko-KR" altLang="en-US" sz="1400" dirty="0"/>
              <a:t>결정</a:t>
            </a:r>
            <a:endParaRPr lang="en-US" altLang="ko-KR" sz="1400" dirty="0"/>
          </a:p>
          <a:p>
            <a:pPr algn="ctr"/>
            <a:r>
              <a:rPr lang="en-US" altLang="ko-KR" sz="1400" dirty="0"/>
              <a:t>(Decision)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DB9809B9-805C-70C3-D508-4B43428642A3}"/>
              </a:ext>
            </a:extLst>
          </p:cNvPr>
          <p:cNvSpPr txBox="1"/>
          <p:nvPr/>
        </p:nvSpPr>
        <p:spPr>
          <a:xfrm>
            <a:off x="2749600" y="4098296"/>
            <a:ext cx="158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입출력</a:t>
            </a:r>
            <a:r>
              <a:rPr lang="en-US" altLang="ko-KR" sz="1400" dirty="0"/>
              <a:t>/</a:t>
            </a:r>
            <a:r>
              <a:rPr lang="ko-KR" altLang="en-US" sz="1400" dirty="0"/>
              <a:t>데이터</a:t>
            </a:r>
            <a:endParaRPr lang="en-US" altLang="ko-KR" sz="1400" dirty="0"/>
          </a:p>
          <a:p>
            <a:pPr algn="ctr"/>
            <a:r>
              <a:rPr lang="en-US" altLang="ko-KR" sz="1400" dirty="0"/>
              <a:t>(Input/Data)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4DB4EAF7-968D-356B-0C6F-7EF0ADD134C4}"/>
              </a:ext>
            </a:extLst>
          </p:cNvPr>
          <p:cNvSpPr txBox="1"/>
          <p:nvPr/>
        </p:nvSpPr>
        <p:spPr>
          <a:xfrm>
            <a:off x="2749600" y="4823908"/>
            <a:ext cx="158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출력</a:t>
            </a:r>
            <a:r>
              <a:rPr lang="en-US" altLang="ko-KR" sz="1400" dirty="0"/>
              <a:t>/</a:t>
            </a:r>
            <a:r>
              <a:rPr lang="ko-KR" altLang="en-US" sz="1400" dirty="0"/>
              <a:t>문서</a:t>
            </a:r>
            <a:endParaRPr lang="en-US" altLang="ko-KR" sz="1400" dirty="0"/>
          </a:p>
          <a:p>
            <a:pPr algn="ctr"/>
            <a:r>
              <a:rPr lang="en-US" altLang="ko-KR" sz="1400" dirty="0"/>
              <a:t>(Document)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5BC110CD-F93A-0796-4CB7-142456CC1117}"/>
              </a:ext>
            </a:extLst>
          </p:cNvPr>
          <p:cNvSpPr txBox="1"/>
          <p:nvPr/>
        </p:nvSpPr>
        <p:spPr>
          <a:xfrm>
            <a:off x="2749600" y="5549522"/>
            <a:ext cx="158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화살표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en-US" altLang="ko-KR" sz="1400" dirty="0"/>
              <a:t>(Flow</a:t>
            </a:r>
            <a:r>
              <a:rPr lang="ko-KR" altLang="en-US" sz="1400" dirty="0"/>
              <a:t> </a:t>
            </a:r>
            <a:r>
              <a:rPr lang="en-US" altLang="ko-KR" sz="1400" dirty="0"/>
              <a:t>Arrow)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33EFC9D3-6D2F-3FBD-6BD5-ECAFB83DF985}"/>
              </a:ext>
            </a:extLst>
          </p:cNvPr>
          <p:cNvSpPr txBox="1"/>
          <p:nvPr/>
        </p:nvSpPr>
        <p:spPr>
          <a:xfrm>
            <a:off x="4415255" y="2045285"/>
            <a:ext cx="4776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Flow</a:t>
            </a:r>
            <a:r>
              <a:rPr lang="ko-KR" altLang="en-US" sz="1400" dirty="0"/>
              <a:t> </a:t>
            </a:r>
            <a:r>
              <a:rPr lang="en-US" altLang="ko-KR" sz="1400" dirty="0"/>
              <a:t>Chart</a:t>
            </a:r>
            <a:r>
              <a:rPr lang="ko-KR" altLang="en-US" sz="1400" dirty="0"/>
              <a:t>의 시작과 끝을 표시한다</a:t>
            </a:r>
            <a:r>
              <a:rPr lang="en-US" altLang="ko-KR" sz="1400" dirty="0"/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7D714D68-592D-B484-7FB6-02C6FE263EDF}"/>
              </a:ext>
            </a:extLst>
          </p:cNvPr>
          <p:cNvSpPr txBox="1"/>
          <p:nvPr/>
        </p:nvSpPr>
        <p:spPr>
          <a:xfrm>
            <a:off x="4415255" y="2557730"/>
            <a:ext cx="47763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모든 처리 과정을 표시</a:t>
            </a:r>
            <a:r>
              <a:rPr lang="en-US" altLang="ko-KR" sz="1400" dirty="0"/>
              <a:t>. </a:t>
            </a:r>
            <a:r>
              <a:rPr lang="ko-KR" altLang="en-US" sz="1400" dirty="0"/>
              <a:t>기호 내에 처리 내용을 기입한다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ex) </a:t>
            </a:r>
            <a:r>
              <a:rPr lang="ko-KR" altLang="en-US" sz="1400" dirty="0"/>
              <a:t>고객이 입력한 검색어 결과를 표시한다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화면</a:t>
            </a:r>
            <a:r>
              <a:rPr lang="en-US" altLang="ko-KR" sz="1400" dirty="0"/>
              <a:t>(</a:t>
            </a:r>
            <a:r>
              <a:rPr lang="ko-KR" altLang="en-US" sz="1400" dirty="0"/>
              <a:t>페이지</a:t>
            </a:r>
            <a:r>
              <a:rPr lang="en-US" altLang="ko-KR" sz="1400" dirty="0"/>
              <a:t>) </a:t>
            </a:r>
            <a:r>
              <a:rPr lang="ko-KR" altLang="en-US" sz="1400" dirty="0"/>
              <a:t>구분하는 용도로도 사용한다</a:t>
            </a:r>
            <a:r>
              <a:rPr lang="en-US" altLang="ko-KR" sz="1400" dirty="0"/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C93446F0-10C3-25B9-B605-AF8754CCB920}"/>
              </a:ext>
            </a:extLst>
          </p:cNvPr>
          <p:cNvSpPr txBox="1"/>
          <p:nvPr/>
        </p:nvSpPr>
        <p:spPr>
          <a:xfrm>
            <a:off x="4415255" y="3486945"/>
            <a:ext cx="4776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조건에 따라 분기되는 </a:t>
            </a:r>
            <a:r>
              <a:rPr lang="en-US" altLang="ko-KR" sz="1400" dirty="0"/>
              <a:t>Case</a:t>
            </a:r>
            <a:r>
              <a:rPr lang="ko-KR" altLang="en-US" sz="1400" dirty="0"/>
              <a:t>를 표시한다</a:t>
            </a:r>
            <a:r>
              <a:rPr lang="en-US" altLang="ko-KR" sz="1400" dirty="0"/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58045A1D-F5C2-5947-34DA-493EE11CA176}"/>
              </a:ext>
            </a:extLst>
          </p:cNvPr>
          <p:cNvSpPr txBox="1"/>
          <p:nvPr/>
        </p:nvSpPr>
        <p:spPr>
          <a:xfrm>
            <a:off x="4415255" y="4201176"/>
            <a:ext cx="4776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모든 종류의 입력과 출력을 표시한다</a:t>
            </a:r>
            <a:r>
              <a:rPr lang="en-US" altLang="ko-KR" sz="1400" dirty="0"/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921DF063-EB3B-D66A-8407-036F866E0166}"/>
              </a:ext>
            </a:extLst>
          </p:cNvPr>
          <p:cNvSpPr txBox="1"/>
          <p:nvPr/>
        </p:nvSpPr>
        <p:spPr>
          <a:xfrm>
            <a:off x="4415255" y="4931629"/>
            <a:ext cx="4776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액션이후 표시되는 문구를 나타낼 때 많이 사용한다</a:t>
            </a:r>
            <a:r>
              <a:rPr lang="en-US" altLang="ko-KR" sz="1400" dirty="0"/>
              <a:t>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19B4F134-493C-B9EE-4E56-C538740E15BF}"/>
              </a:ext>
            </a:extLst>
          </p:cNvPr>
          <p:cNvSpPr txBox="1"/>
          <p:nvPr/>
        </p:nvSpPr>
        <p:spPr>
          <a:xfrm>
            <a:off x="4415255" y="5657243"/>
            <a:ext cx="4776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각 </a:t>
            </a:r>
            <a:r>
              <a:rPr lang="ko-KR" altLang="en-US" sz="1400" dirty="0" err="1"/>
              <a:t>기호간의</a:t>
            </a:r>
            <a:r>
              <a:rPr lang="ko-KR" altLang="en-US" sz="1400" dirty="0"/>
              <a:t> 연결관계를 나타낸다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853003860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2454" y="408446"/>
            <a:ext cx="2306955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3200" b="1" dirty="0"/>
              <a:t>플로우 차트</a:t>
            </a:r>
            <a:endParaRPr lang="ko-KR" altLang="en-US" sz="32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A60F8744-D899-4A3B-8ADA-040679D62E71}"/>
              </a:ext>
            </a:extLst>
          </p:cNvPr>
          <p:cNvCxnSpPr/>
          <p:nvPr/>
        </p:nvCxnSpPr>
        <p:spPr>
          <a:xfrm>
            <a:off x="553673" y="109895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D8A57577-7AD8-4B07-54BD-24F49FEB9B50}"/>
              </a:ext>
            </a:extLst>
          </p:cNvPr>
          <p:cNvSpPr txBox="1"/>
          <p:nvPr/>
        </p:nvSpPr>
        <p:spPr>
          <a:xfrm>
            <a:off x="553672" y="1165277"/>
            <a:ext cx="3523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* </a:t>
            </a:r>
            <a:r>
              <a:rPr lang="ko-KR" altLang="en-US" sz="1200" b="1" u="sng" dirty="0">
                <a:solidFill>
                  <a:srgbClr val="FF0000"/>
                </a:solidFill>
              </a:rPr>
              <a:t>핵심기능</a:t>
            </a:r>
            <a:r>
              <a:rPr lang="en-US" altLang="ko-KR" sz="1200" b="1" u="sng" dirty="0">
                <a:solidFill>
                  <a:srgbClr val="FF0000"/>
                </a:solidFill>
              </a:rPr>
              <a:t>(2</a:t>
            </a:r>
            <a:r>
              <a:rPr lang="ko-KR" altLang="en-US" sz="1200" b="1" u="sng" dirty="0">
                <a:solidFill>
                  <a:srgbClr val="FF0000"/>
                </a:solidFill>
              </a:rPr>
              <a:t>개</a:t>
            </a:r>
            <a:r>
              <a:rPr lang="en-US" altLang="ko-KR" sz="1200" b="1" u="sng" dirty="0">
                <a:solidFill>
                  <a:srgbClr val="FF0000"/>
                </a:solidFill>
              </a:rPr>
              <a:t>)</a:t>
            </a:r>
            <a:r>
              <a:rPr lang="ko-KR" altLang="en-US" sz="1200" b="1" u="sng" dirty="0">
                <a:solidFill>
                  <a:srgbClr val="FF0000"/>
                </a:solidFill>
              </a:rPr>
              <a:t>에 대한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플로우차트를</a:t>
            </a:r>
            <a:r>
              <a:rPr lang="ko-KR" altLang="en-US" sz="1200" b="1" u="sng" dirty="0">
                <a:solidFill>
                  <a:srgbClr val="FF0000"/>
                </a:solidFill>
              </a:rPr>
              <a:t> 그리세요</a:t>
            </a:r>
            <a:r>
              <a:rPr lang="en-US" altLang="ko-KR" sz="1200" b="1" u="sng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4C60B6C2-2D39-A7DE-8A3E-E0F22BCB3ECC}"/>
              </a:ext>
            </a:extLst>
          </p:cNvPr>
          <p:cNvSpPr/>
          <p:nvPr/>
        </p:nvSpPr>
        <p:spPr>
          <a:xfrm>
            <a:off x="7827306" y="1190166"/>
            <a:ext cx="685585" cy="275878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시작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EE06F55E-879C-5584-15AD-4636C8B20F01}"/>
              </a:ext>
            </a:extLst>
          </p:cNvPr>
          <p:cNvSpPr/>
          <p:nvPr/>
        </p:nvSpPr>
        <p:spPr>
          <a:xfrm>
            <a:off x="8601028" y="1190166"/>
            <a:ext cx="685585" cy="27587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종료</a:t>
            </a:r>
            <a:endParaRPr lang="ko-KR" altLang="en-US" sz="1000" dirty="0"/>
          </a:p>
        </p:txBody>
      </p:sp>
      <p:sp>
        <p:nvSpPr>
          <p:cNvPr id="149" name="TextBox"/>
          <p:cNvSpPr txBox="1"/>
          <p:nvPr/>
        </p:nvSpPr>
        <p:spPr>
          <a:xfrm>
            <a:off x="0" y="68580"/>
            <a:ext cx="3175000" cy="2438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14222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" name="직사각형 16"/>
          <p:cNvSpPr/>
          <p:nvPr/>
        </p:nvSpPr>
        <p:spPr>
          <a:xfrm>
            <a:off x="2743200" y="5172074"/>
            <a:ext cx="7162799" cy="16859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" name="TextBox 17"/>
          <p:cNvSpPr txBox="1"/>
          <p:nvPr/>
        </p:nvSpPr>
        <p:spPr>
          <a:xfrm>
            <a:off x="3020037" y="54125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1600" b="1" dirty="0"/>
              <a:t>화면설명</a:t>
            </a:r>
          </a:p>
        </p:txBody>
      </p:sp>
      <p:sp>
        <p:nvSpPr>
          <p:cNvPr id="5" name="TextBox 18"/>
          <p:cNvSpPr txBox="1"/>
          <p:nvPr/>
        </p:nvSpPr>
        <p:spPr>
          <a:xfrm>
            <a:off x="3020036" y="5814109"/>
            <a:ext cx="66878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buFontTx/>
              <a:buChar char="-"/>
            </a:pPr>
            <a:endParaRPr lang="en-US" altLang="ko-KR" sz="1200" dirty="0" smtClean="0"/>
          </a:p>
        </p:txBody>
      </p:sp>
      <p:sp>
        <p:nvSpPr>
          <p:cNvPr id="6" name="직사각형 1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6056" y="435384"/>
            <a:ext cx="2171089" cy="608077"/>
            <a:chOff x="276836" y="269845"/>
            <a:chExt cx="2171089" cy="608077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6056" y="1318508"/>
            <a:ext cx="2171065" cy="608077"/>
            <a:chOff x="276836" y="1474033"/>
            <a:chExt cx="2171065" cy="608077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ko-KR" altLang="en-US" sz="1200" dirty="0" smtClean="0"/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6056" y="2386298"/>
            <a:ext cx="2171089" cy="608077"/>
            <a:chOff x="276836" y="2678221"/>
            <a:chExt cx="2171089" cy="608077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6056" y="5814539"/>
            <a:ext cx="2171065" cy="605398"/>
            <a:chOff x="276836" y="3666966"/>
            <a:chExt cx="2171065" cy="60539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98086" y="3133653"/>
            <a:ext cx="2171089" cy="1346741"/>
            <a:chOff x="276836" y="269845"/>
            <a:chExt cx="2171089" cy="1346741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41"/>
          <p:cNvGrpSpPr/>
          <p:nvPr/>
        </p:nvGrpSpPr>
        <p:grpSpPr>
          <a:xfrm rot="0">
            <a:off x="286055" y="4504265"/>
            <a:ext cx="2371420" cy="792743"/>
            <a:chOff x="276836" y="269845"/>
            <a:chExt cx="2171089" cy="792743"/>
          </a:xfrm>
        </p:grpSpPr>
        <p:sp>
          <p:nvSpPr>
            <p:cNvPr id="23" name="TextBox 4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4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962209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3" name="직사각형 16"/>
          <p:cNvSpPr/>
          <p:nvPr/>
        </p:nvSpPr>
        <p:spPr>
          <a:xfrm>
            <a:off x="2743200" y="5172074"/>
            <a:ext cx="7162799" cy="16859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4" name="TextBox 17"/>
          <p:cNvSpPr txBox="1"/>
          <p:nvPr/>
        </p:nvSpPr>
        <p:spPr>
          <a:xfrm>
            <a:off x="3020037" y="54125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/>
              <a:t>화면설명</a:t>
            </a:r>
            <a:endParaRPr lang="ko-KR" altLang="en-US" sz="1600" b="1" dirty="0"/>
          </a:p>
        </p:txBody>
      </p:sp>
      <p:sp>
        <p:nvSpPr>
          <p:cNvPr id="5" name="TextBox 18"/>
          <p:cNvSpPr txBox="1"/>
          <p:nvPr/>
        </p:nvSpPr>
        <p:spPr>
          <a:xfrm>
            <a:off x="3020036" y="5814109"/>
            <a:ext cx="66878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buFontTx/>
              <a:buChar char="-"/>
            </a:pPr>
            <a:endParaRPr lang="en-US" altLang="ko-KR" sz="1200" dirty="0" smtClean="0"/>
          </a:p>
        </p:txBody>
      </p:sp>
      <p:sp>
        <p:nvSpPr>
          <p:cNvPr id="6" name="직사각형 1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6056" y="43538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6056" y="131850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ko-KR" altLang="en-US" sz="1200" dirty="0" smtClean="0"/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6056" y="2386298"/>
            <a:ext cx="2171089" cy="608077"/>
            <a:chOff x="276836" y="2678221"/>
            <a:chExt cx="2171089" cy="608077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6056" y="5814539"/>
            <a:ext cx="2171065" cy="605398"/>
            <a:chOff x="276836" y="3666966"/>
            <a:chExt cx="2171065" cy="60539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98086" y="3133653"/>
            <a:ext cx="2171065" cy="605398"/>
            <a:chOff x="276836" y="269845"/>
            <a:chExt cx="2171065" cy="60539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41"/>
          <p:cNvGrpSpPr/>
          <p:nvPr/>
        </p:nvGrpSpPr>
        <p:grpSpPr>
          <a:xfrm rot="0">
            <a:off x="286055" y="4504265"/>
            <a:ext cx="2371420" cy="792743"/>
            <a:chOff x="276836" y="269845"/>
            <a:chExt cx="2171089" cy="792743"/>
          </a:xfrm>
        </p:grpSpPr>
        <p:sp>
          <p:nvSpPr>
            <p:cNvPr id="23" name="TextBox 4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4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962209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3" name="직사각형 16"/>
          <p:cNvSpPr/>
          <p:nvPr/>
        </p:nvSpPr>
        <p:spPr>
          <a:xfrm>
            <a:off x="2743200" y="5172074"/>
            <a:ext cx="7162799" cy="16859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4" name="TextBox 17"/>
          <p:cNvSpPr txBox="1"/>
          <p:nvPr/>
        </p:nvSpPr>
        <p:spPr>
          <a:xfrm>
            <a:off x="3020037" y="54125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/>
              <a:t>화면설명</a:t>
            </a:r>
            <a:endParaRPr lang="ko-KR" altLang="en-US" sz="1600" b="1" dirty="0"/>
          </a:p>
        </p:txBody>
      </p:sp>
      <p:sp>
        <p:nvSpPr>
          <p:cNvPr id="5" name="TextBox 18"/>
          <p:cNvSpPr txBox="1"/>
          <p:nvPr/>
        </p:nvSpPr>
        <p:spPr>
          <a:xfrm>
            <a:off x="3020036" y="5814109"/>
            <a:ext cx="66878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buFontTx/>
              <a:buChar char="-"/>
            </a:pPr>
            <a:endParaRPr lang="en-US" altLang="ko-KR" sz="1200" dirty="0" smtClean="0"/>
          </a:p>
        </p:txBody>
      </p:sp>
      <p:sp>
        <p:nvSpPr>
          <p:cNvPr id="6" name="직사각형 1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6056" y="43538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6056" y="131850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ko-KR" altLang="en-US" sz="1200" dirty="0" smtClean="0"/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6056" y="2386298"/>
            <a:ext cx="2171089" cy="608077"/>
            <a:chOff x="276836" y="2678221"/>
            <a:chExt cx="2171089" cy="608077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6056" y="5814539"/>
            <a:ext cx="2171065" cy="605398"/>
            <a:chOff x="276836" y="3666966"/>
            <a:chExt cx="2171065" cy="60539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98086" y="3133653"/>
            <a:ext cx="2171065" cy="605398"/>
            <a:chOff x="276836" y="269845"/>
            <a:chExt cx="2171065" cy="60539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41"/>
          <p:cNvGrpSpPr/>
          <p:nvPr/>
        </p:nvGrpSpPr>
        <p:grpSpPr>
          <a:xfrm rot="0">
            <a:off x="286055" y="4504265"/>
            <a:ext cx="2371420" cy="792743"/>
            <a:chOff x="276836" y="269845"/>
            <a:chExt cx="2171089" cy="792743"/>
          </a:xfrm>
        </p:grpSpPr>
        <p:sp>
          <p:nvSpPr>
            <p:cNvPr id="23" name="TextBox 4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4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96220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3" name="직사각형 16"/>
          <p:cNvSpPr/>
          <p:nvPr/>
        </p:nvSpPr>
        <p:spPr>
          <a:xfrm>
            <a:off x="2743200" y="5172074"/>
            <a:ext cx="7162799" cy="16859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4" name="TextBox 17"/>
          <p:cNvSpPr txBox="1"/>
          <p:nvPr/>
        </p:nvSpPr>
        <p:spPr>
          <a:xfrm>
            <a:off x="3020037" y="54125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/>
              <a:t>화면설명</a:t>
            </a:r>
            <a:endParaRPr lang="ko-KR" altLang="en-US" sz="1600" b="1" dirty="0"/>
          </a:p>
        </p:txBody>
      </p:sp>
      <p:sp>
        <p:nvSpPr>
          <p:cNvPr id="5" name="TextBox 18"/>
          <p:cNvSpPr txBox="1"/>
          <p:nvPr/>
        </p:nvSpPr>
        <p:spPr>
          <a:xfrm>
            <a:off x="3020036" y="5814109"/>
            <a:ext cx="66878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buFontTx/>
              <a:buChar char="-"/>
            </a:pPr>
            <a:endParaRPr lang="en-US" altLang="ko-KR" sz="1200" dirty="0" smtClean="0"/>
          </a:p>
        </p:txBody>
      </p:sp>
      <p:sp>
        <p:nvSpPr>
          <p:cNvPr id="6" name="직사각형 1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6056" y="43538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6056" y="131850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ko-KR" altLang="en-US" sz="1200" dirty="0" smtClean="0"/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6056" y="2386298"/>
            <a:ext cx="2171089" cy="608077"/>
            <a:chOff x="276836" y="2678221"/>
            <a:chExt cx="2171089" cy="608077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6056" y="5814539"/>
            <a:ext cx="2171065" cy="605398"/>
            <a:chOff x="276836" y="3666966"/>
            <a:chExt cx="2171065" cy="60539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98086" y="3133653"/>
            <a:ext cx="2171065" cy="605398"/>
            <a:chOff x="276836" y="269845"/>
            <a:chExt cx="2171065" cy="60539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41"/>
          <p:cNvGrpSpPr/>
          <p:nvPr/>
        </p:nvGrpSpPr>
        <p:grpSpPr>
          <a:xfrm rot="0">
            <a:off x="286055" y="4504265"/>
            <a:ext cx="2371420" cy="792743"/>
            <a:chOff x="276836" y="269845"/>
            <a:chExt cx="2171089" cy="792743"/>
          </a:xfrm>
        </p:grpSpPr>
        <p:sp>
          <p:nvSpPr>
            <p:cNvPr id="23" name="TextBox 4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4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962209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3" name="직사각형 16"/>
          <p:cNvSpPr/>
          <p:nvPr/>
        </p:nvSpPr>
        <p:spPr>
          <a:xfrm>
            <a:off x="2743200" y="5172074"/>
            <a:ext cx="7162799" cy="16859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4" name="TextBox 17"/>
          <p:cNvSpPr txBox="1"/>
          <p:nvPr/>
        </p:nvSpPr>
        <p:spPr>
          <a:xfrm>
            <a:off x="3020037" y="54125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/>
              <a:t>화면설명</a:t>
            </a:r>
            <a:endParaRPr lang="ko-KR" altLang="en-US" sz="1600" b="1" dirty="0"/>
          </a:p>
        </p:txBody>
      </p:sp>
      <p:sp>
        <p:nvSpPr>
          <p:cNvPr id="5" name="TextBox 18"/>
          <p:cNvSpPr txBox="1"/>
          <p:nvPr/>
        </p:nvSpPr>
        <p:spPr>
          <a:xfrm>
            <a:off x="3020036" y="5814109"/>
            <a:ext cx="66878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buFontTx/>
              <a:buChar char="-"/>
            </a:pPr>
            <a:endParaRPr lang="en-US" altLang="ko-KR" sz="1200" dirty="0" smtClean="0"/>
          </a:p>
        </p:txBody>
      </p:sp>
      <p:sp>
        <p:nvSpPr>
          <p:cNvPr id="6" name="직사각형 1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6056" y="43538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6056" y="131850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ko-KR" altLang="en-US" sz="1200" dirty="0" smtClean="0"/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6056" y="2386298"/>
            <a:ext cx="2171089" cy="608077"/>
            <a:chOff x="276836" y="2678221"/>
            <a:chExt cx="2171089" cy="608077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6056" y="5814539"/>
            <a:ext cx="2171065" cy="605398"/>
            <a:chOff x="276836" y="3666966"/>
            <a:chExt cx="2171065" cy="60539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98086" y="3133653"/>
            <a:ext cx="2171065" cy="605398"/>
            <a:chOff x="276836" y="269845"/>
            <a:chExt cx="2171065" cy="60539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41"/>
          <p:cNvGrpSpPr/>
          <p:nvPr/>
        </p:nvGrpSpPr>
        <p:grpSpPr>
          <a:xfrm rot="0">
            <a:off x="286055" y="4504265"/>
            <a:ext cx="2371420" cy="792743"/>
            <a:chOff x="276836" y="269845"/>
            <a:chExt cx="2171089" cy="792743"/>
          </a:xfrm>
        </p:grpSpPr>
        <p:sp>
          <p:nvSpPr>
            <p:cNvPr id="23" name="TextBox 4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4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962209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3" name="직사각형 16"/>
          <p:cNvSpPr/>
          <p:nvPr/>
        </p:nvSpPr>
        <p:spPr>
          <a:xfrm>
            <a:off x="2743200" y="5172074"/>
            <a:ext cx="7162799" cy="16859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4" name="TextBox 17"/>
          <p:cNvSpPr txBox="1"/>
          <p:nvPr/>
        </p:nvSpPr>
        <p:spPr>
          <a:xfrm>
            <a:off x="3020037" y="54125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/>
              <a:t>화면설명</a:t>
            </a:r>
            <a:endParaRPr lang="ko-KR" altLang="en-US" sz="1600" b="1" dirty="0"/>
          </a:p>
        </p:txBody>
      </p:sp>
      <p:sp>
        <p:nvSpPr>
          <p:cNvPr id="5" name="TextBox 18"/>
          <p:cNvSpPr txBox="1"/>
          <p:nvPr/>
        </p:nvSpPr>
        <p:spPr>
          <a:xfrm>
            <a:off x="3020036" y="5814109"/>
            <a:ext cx="66878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buFontTx/>
              <a:buChar char="-"/>
            </a:pPr>
            <a:endParaRPr lang="en-US" altLang="ko-KR" sz="1200" dirty="0" smtClean="0"/>
          </a:p>
        </p:txBody>
      </p:sp>
      <p:sp>
        <p:nvSpPr>
          <p:cNvPr id="6" name="직사각형 1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6056" y="43538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6056" y="131850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ko-KR" altLang="en-US" sz="1200" dirty="0" smtClean="0"/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6056" y="2386298"/>
            <a:ext cx="2171089" cy="608077"/>
            <a:chOff x="276836" y="2678221"/>
            <a:chExt cx="2171089" cy="608077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6056" y="5814539"/>
            <a:ext cx="2171065" cy="605398"/>
            <a:chOff x="276836" y="3666966"/>
            <a:chExt cx="2171065" cy="60539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98086" y="3133653"/>
            <a:ext cx="2171065" cy="605398"/>
            <a:chOff x="276836" y="269845"/>
            <a:chExt cx="2171065" cy="60539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41"/>
          <p:cNvGrpSpPr/>
          <p:nvPr/>
        </p:nvGrpSpPr>
        <p:grpSpPr>
          <a:xfrm rot="0">
            <a:off x="286055" y="4504265"/>
            <a:ext cx="2371420" cy="792743"/>
            <a:chOff x="276836" y="269845"/>
            <a:chExt cx="2171089" cy="792743"/>
          </a:xfrm>
        </p:grpSpPr>
        <p:sp>
          <p:nvSpPr>
            <p:cNvPr id="23" name="TextBox 4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4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962209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3" name="직사각형 16"/>
          <p:cNvSpPr/>
          <p:nvPr/>
        </p:nvSpPr>
        <p:spPr>
          <a:xfrm>
            <a:off x="2743200" y="5172074"/>
            <a:ext cx="7162799" cy="16859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4" name="TextBox 17"/>
          <p:cNvSpPr txBox="1"/>
          <p:nvPr/>
        </p:nvSpPr>
        <p:spPr>
          <a:xfrm>
            <a:off x="3020037" y="54125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/>
              <a:t>화면설명</a:t>
            </a:r>
            <a:endParaRPr lang="ko-KR" altLang="en-US" sz="1600" b="1" dirty="0"/>
          </a:p>
        </p:txBody>
      </p:sp>
      <p:sp>
        <p:nvSpPr>
          <p:cNvPr id="5" name="TextBox 18"/>
          <p:cNvSpPr txBox="1"/>
          <p:nvPr/>
        </p:nvSpPr>
        <p:spPr>
          <a:xfrm>
            <a:off x="3020036" y="5814109"/>
            <a:ext cx="66878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buFontTx/>
              <a:buChar char="-"/>
            </a:pPr>
            <a:endParaRPr lang="en-US" altLang="ko-KR" sz="1200" dirty="0" smtClean="0"/>
          </a:p>
        </p:txBody>
      </p:sp>
      <p:sp>
        <p:nvSpPr>
          <p:cNvPr id="6" name="직사각형 1"/>
          <p:cNvSpPr/>
          <p:nvPr/>
        </p:nvSpPr>
        <p:spPr>
          <a:xfrm>
            <a:off x="0" y="2"/>
            <a:ext cx="2743201" cy="68579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6056" y="43538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6056" y="131850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ko-KR" altLang="en-US" sz="1200" dirty="0" smtClean="0"/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6056" y="2386298"/>
            <a:ext cx="2171089" cy="608077"/>
            <a:chOff x="276836" y="2678221"/>
            <a:chExt cx="2171089" cy="608077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6056" y="5814539"/>
            <a:ext cx="2171065" cy="605398"/>
            <a:chOff x="276836" y="3666966"/>
            <a:chExt cx="2171065" cy="60539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98086" y="3133653"/>
            <a:ext cx="2171065" cy="605398"/>
            <a:chOff x="276836" y="269845"/>
            <a:chExt cx="2171065" cy="60539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41"/>
          <p:cNvGrpSpPr/>
          <p:nvPr/>
        </p:nvGrpSpPr>
        <p:grpSpPr>
          <a:xfrm rot="0">
            <a:off x="286055" y="4504265"/>
            <a:ext cx="2371420" cy="792743"/>
            <a:chOff x="276836" y="269845"/>
            <a:chExt cx="2171089" cy="792743"/>
          </a:xfrm>
        </p:grpSpPr>
        <p:sp>
          <p:nvSpPr>
            <p:cNvPr id="23" name="TextBox 4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4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96220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792</ep:Words>
  <ep:PresentationFormat>A4 용지(210x297mm)</ep:PresentationFormat>
  <ep:Paragraphs>301</ep:Paragraphs>
  <ep:Slides>12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2021-07-16T05:18:45.000</dcterms:created>
  <dc:creator>smhrd</dc:creator>
  <cp:lastModifiedBy>USER</cp:lastModifiedBy>
  <dcterms:modified xsi:type="dcterms:W3CDTF">2025-12-26T03:29:45.752</dcterms:modified>
  <cp:revision>83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